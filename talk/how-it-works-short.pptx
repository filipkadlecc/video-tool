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Prompt in. </a:t>
            </a:r>
            <a:r>
              <a:rPr sz="4000" b="1">
                <a:solidFill>
                  <a:srgbClr val="F86606"/>
                </a:solidFill>
                <a:latin typeface="Inter"/>
              </a:rPr>
              <a:t>Video out.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494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414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3774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I describe the scene in a sentence.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1638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WRITES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2918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Claude writes it as a React component.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782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270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LOOKS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42062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It renders real frames and checks its own work.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9926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84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OUT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51206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Chrome screenshots every frame. ffmpeg stitches them.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9070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309360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No project file. No layers. </a:t>
            </a:r>
            <a:r>
              <a:rPr sz="2100" b="1">
                <a:solidFill>
                  <a:srgbClr val="F86606"/>
                </a:solidFill>
                <a:latin typeface="Inter"/>
              </a:rPr>
              <a:t>A video is a text file.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17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37983" y="658368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lnSpc>
                <a:spcPct val="115000"/>
              </a:lnSpc>
            </a:pPr>
            <a:r>
              <a:rPr sz="1050" b="0">
                <a:solidFill>
                  <a:srgbClr val="8C93A8"/>
                </a:solidFill>
                <a:latin typeface="Roboto Mono"/>
              </a:rPr>
              <a:t>HOW IT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713232" y="822960"/>
            <a:ext cx="658368" cy="28575"/>
          </a:xfrm>
          <a:prstGeom prst="rect">
            <a:avLst/>
          </a:prstGeom>
          <a:solidFill>
            <a:srgbClr val="F866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097280"/>
            <a:ext cx="10765231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F4F4F5"/>
                </a:solidFill>
                <a:latin typeface="Inter"/>
              </a:rPr>
              <a:t>It </a:t>
            </a:r>
            <a:r>
              <a:rPr sz="4000" b="1">
                <a:solidFill>
                  <a:srgbClr val="F86606"/>
                </a:solidFill>
                <a:latin typeface="Inter"/>
              </a:rPr>
              <a:t>can't</a:t>
            </a:r>
            <a:r>
              <a:rPr sz="4000" b="1">
                <a:solidFill>
                  <a:srgbClr val="F4F4F5"/>
                </a:solidFill>
                <a:latin typeface="Inter"/>
              </a:rPr>
              <a:t> go off-brand.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22494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24414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TOKENS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130552" y="23774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Our real palette, imported. Never guessed.</a:t>
            </a:r>
          </a:p>
        </p:txBody>
      </p:sp>
      <p:sp>
        <p:nvSpPr>
          <p:cNvPr id="9" name="Rectangle 8"/>
          <p:cNvSpPr/>
          <p:nvPr/>
        </p:nvSpPr>
        <p:spPr>
          <a:xfrm>
            <a:off x="713232" y="31638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3558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COMPONENTS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30552" y="32918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29 branded scenes. It reads the real source.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" y="40782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42702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REFERENCES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30552" y="42062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Real frames from real Apify videos.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713232" y="49926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3232" y="5184648"/>
            <a:ext cx="1417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000" b="0">
                <a:solidFill>
                  <a:srgbClr val="8C93A8"/>
                </a:solidFill>
                <a:latin typeface="Roboto Mono"/>
              </a:rPr>
              <a:t>LIMITS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30552" y="5120640"/>
            <a:ext cx="9347911" cy="9144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200" b="0">
                <a:solidFill>
                  <a:srgbClr val="F4F4F5"/>
                </a:solidFill>
                <a:latin typeface="Inter"/>
              </a:rPr>
              <a:t>The banned moves are a seven-value enum.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13232" y="5907024"/>
            <a:ext cx="10765231" cy="9525"/>
          </a:xfrm>
          <a:prstGeom prst="rect">
            <a:avLst/>
          </a:prstGeom>
          <a:solidFill>
            <a:srgbClr val="3D3F4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" y="6309360"/>
            <a:ext cx="9393631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2100" b="1">
                <a:solidFill>
                  <a:srgbClr val="F4F4F5"/>
                </a:solidFill>
                <a:latin typeface="Inter"/>
              </a:rPr>
              <a:t>Not fine-tuned. </a:t>
            </a:r>
            <a:r>
              <a:rPr sz="2100" b="1">
                <a:solidFill>
                  <a:srgbClr val="F86606"/>
                </a:solidFill>
                <a:latin typeface="Inter"/>
              </a:rPr>
              <a:t>Fed.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